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ko-KR"/>
    </a:defPPr>
    <a:lvl1pPr marL="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4" d="100"/>
          <a:sy n="114" d="100"/>
        </p:scale>
        <p:origin x="1506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_shape1"/>
          <p:cNvSpPr>
            <a:spLocks noGrp="1"/>
          </p:cNvSpPr>
          <p:nvPr>
            <p:ph type="ctrTitle"/>
          </p:nvPr>
        </p:nvSpPr>
        <p:spPr>
          <a:xfrm>
            <a:off x="470790" y="4365104"/>
            <a:ext cx="7485586" cy="971210"/>
          </a:xfrm>
          <a:prstGeom prst="rect">
            <a:avLst/>
          </a:prstGeom>
        </p:spPr>
        <p:txBody>
          <a:bodyPr lIns="91440" tIns="45720" rIns="91440" bIns="45720" anchor="ctr"/>
          <a:lstStyle>
            <a:lvl1pPr>
              <a:defRPr sz="5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r>
              <a:rPr lang="ko-KR" altLang="en-US" sz="5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rPr>
              <a:t>마스터</a:t>
            </a:r>
            <a:r>
              <a:rPr lang="en-US" altLang="en-US" sz="5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rPr>
              <a:t> </a:t>
            </a:r>
            <a:r>
              <a:rPr lang="ko-KR" altLang="en-US" sz="5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rPr>
              <a:t>제목</a:t>
            </a:r>
            <a:r>
              <a:rPr lang="en-US" altLang="en-US" sz="5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rPr>
              <a:t> </a:t>
            </a:r>
            <a:r>
              <a:rPr lang="ko-KR" altLang="en-US" sz="5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rPr>
              <a:t>스타일</a:t>
            </a:r>
            <a:r>
              <a:rPr lang="en-US" altLang="en-US" sz="5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rPr>
              <a:t> </a:t>
            </a:r>
            <a:r>
              <a:rPr lang="ko-KR" altLang="en-US" sz="5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rPr>
              <a:t>편집</a:t>
            </a:r>
            <a:endParaRPr sz="5200" kern="1200" spc="-150" baseline="0">
              <a:solidFill>
                <a:srgbClr val="F8B500"/>
              </a:solidFill>
              <a:latin typeface="나눔명조"/>
              <a:ea typeface="나눔명조"/>
              <a:cs typeface="+mn-cs"/>
            </a:endParaRPr>
          </a:p>
        </p:txBody>
      </p:sp>
      <p:sp>
        <p:nvSpPr>
          <p:cNvPr id="4" name="layout1_shape2"/>
          <p:cNvSpPr>
            <a:spLocks noGrp="1"/>
          </p:cNvSpPr>
          <p:nvPr>
            <p:ph type="subTitle" idx="1"/>
          </p:nvPr>
        </p:nvSpPr>
        <p:spPr>
          <a:xfrm>
            <a:off x="2267744" y="2348880"/>
            <a:ext cx="6408712" cy="1248544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>
              <a:buNone/>
              <a:defRPr sz="4200" kern="1200" spc="-150">
                <a:solidFill>
                  <a:srgbClr val="23AC38"/>
                </a:solidFill>
                <a:latin typeface="나눔명조"/>
                <a:ea typeface="나눔명조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ctr">
              <a:buNone/>
            </a:pPr>
            <a:r>
              <a:rPr lang="ko-KR" altLang="en-US" sz="4200" kern="1200" spc="-150">
                <a:solidFill>
                  <a:srgbClr val="23AC38"/>
                </a:solidFill>
                <a:latin typeface="나눔명조"/>
                <a:ea typeface="나눔명조"/>
                <a:cs typeface="+mn-cs"/>
              </a:rPr>
              <a:t>마스터</a:t>
            </a:r>
            <a:r>
              <a:rPr lang="en-US" altLang="en-US" sz="4200" kern="1200" spc="-150">
                <a:solidFill>
                  <a:srgbClr val="23AC38"/>
                </a:solidFill>
                <a:latin typeface="나눔명조"/>
                <a:ea typeface="나눔명조"/>
                <a:cs typeface="+mn-cs"/>
              </a:rPr>
              <a:t> </a:t>
            </a:r>
            <a:r>
              <a:rPr lang="ko-KR" altLang="en-US" sz="4200" kern="1200" spc="-150">
                <a:solidFill>
                  <a:srgbClr val="23AC38"/>
                </a:solidFill>
                <a:latin typeface="나눔명조"/>
                <a:ea typeface="나눔명조"/>
                <a:cs typeface="+mn-cs"/>
              </a:rPr>
              <a:t>부제목</a:t>
            </a:r>
            <a:r>
              <a:rPr lang="en-US" altLang="en-US" sz="4200" kern="1200" spc="-150">
                <a:solidFill>
                  <a:srgbClr val="23AC38"/>
                </a:solidFill>
                <a:latin typeface="나눔명조"/>
                <a:ea typeface="나눔명조"/>
                <a:cs typeface="+mn-cs"/>
              </a:rPr>
              <a:t> </a:t>
            </a:r>
            <a:r>
              <a:rPr lang="ko-KR" altLang="en-US" sz="4200" kern="1200" spc="-150">
                <a:solidFill>
                  <a:srgbClr val="23AC38"/>
                </a:solidFill>
                <a:latin typeface="나눔명조"/>
                <a:ea typeface="나눔명조"/>
                <a:cs typeface="+mn-cs"/>
              </a:rPr>
              <a:t>스타일</a:t>
            </a:r>
            <a:r>
              <a:rPr lang="en-US" altLang="en-US" sz="4200" kern="1200" spc="-150">
                <a:solidFill>
                  <a:srgbClr val="23AC38"/>
                </a:solidFill>
                <a:latin typeface="나눔명조"/>
                <a:ea typeface="나눔명조"/>
                <a:cs typeface="+mn-cs"/>
              </a:rPr>
              <a:t> </a:t>
            </a:r>
            <a:r>
              <a:rPr lang="ko-KR" altLang="en-US" sz="4200" kern="1200" spc="-150">
                <a:solidFill>
                  <a:srgbClr val="23AC38"/>
                </a:solidFill>
                <a:latin typeface="나눔명조"/>
                <a:ea typeface="나눔명조"/>
                <a:cs typeface="+mn-cs"/>
              </a:rPr>
              <a:t>편집</a:t>
            </a:r>
            <a:endParaRPr sz="4200" kern="1200" spc="-150">
              <a:solidFill>
                <a:srgbClr val="23AC38"/>
              </a:solidFill>
              <a:latin typeface="나눔명조"/>
              <a:ea typeface="나눔명조"/>
              <a:cs typeface="+mn-cs"/>
            </a:endParaRPr>
          </a:p>
        </p:txBody>
      </p:sp>
      <p:sp>
        <p:nvSpPr>
          <p:cNvPr id="5" name="layout1_shape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pPr algn="l"/>
            <a:fld id="{FB30EDBD-1C2D-4C1E-B459-B60219FAB484}" type="datetimeFigureOut">
              <a:rPr lang="en-US"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rPr>
              <a:t>7/26/2022</a:t>
            </a:fld>
            <a:endParaRPr sz="1200" kern="1200" spc="-150" baseline="0">
              <a:solidFill>
                <a:srgbClr val="F8B500"/>
              </a:solidFill>
              <a:latin typeface="나눔명조"/>
              <a:ea typeface="나눔명조"/>
              <a:cs typeface="+mn-cs"/>
            </a:endParaRPr>
          </a:p>
        </p:txBody>
      </p:sp>
      <p:sp>
        <p:nvSpPr>
          <p:cNvPr id="6" name="layout1_shape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pPr algn="ctr"/>
            <a:endParaRPr sz="1200" kern="1200" spc="-150" baseline="0">
              <a:solidFill>
                <a:srgbClr val="F8B500"/>
              </a:solidFill>
              <a:latin typeface="나눔명조"/>
              <a:ea typeface="나눔명조"/>
              <a:cs typeface="+mn-cs"/>
            </a:endParaRPr>
          </a:p>
        </p:txBody>
      </p:sp>
      <p:sp>
        <p:nvSpPr>
          <p:cNvPr id="7" name="layout1_shape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pPr algn="r"/>
            <a:fld id="{4BEDD84E-25D4-4983-8AA1-2863C96F08D9}" type="slidenum">
              <a:rPr lang="en-US"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rPr>
              <a:t>‹#›</a:t>
            </a:fld>
            <a:endParaRPr sz="1200" kern="1200" spc="-150" baseline="0">
              <a:solidFill>
                <a:srgbClr val="F8B500"/>
              </a:solidFill>
              <a:latin typeface="나눔명조"/>
              <a:ea typeface="나눔명조"/>
              <a:cs typeface="+mn-cs"/>
            </a:endParaRPr>
          </a:p>
        </p:txBody>
      </p:sp>
      <p:sp>
        <p:nvSpPr>
          <p:cNvPr id="8" name="layout1_shape6"/>
          <p:cNvSpPr/>
          <p:nvPr/>
        </p:nvSpPr>
        <p:spPr>
          <a:xfrm>
            <a:off x="467544" y="5336314"/>
            <a:ext cx="6120000" cy="360000"/>
          </a:xfrm>
          <a:prstGeom prst="rect">
            <a:avLst/>
          </a:prstGeom>
          <a:solidFill>
            <a:srgbClr val="F8B500"/>
          </a:solidFill>
          <a:ln w="25400" cap="flat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latinLnBrk="1"/>
            <a:endParaRPr sz="1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layout1_shape7"/>
          <p:cNvSpPr/>
          <p:nvPr/>
        </p:nvSpPr>
        <p:spPr>
          <a:xfrm>
            <a:off x="467544" y="5697312"/>
            <a:ext cx="3240000" cy="540000"/>
          </a:xfrm>
          <a:prstGeom prst="rect">
            <a:avLst/>
          </a:prstGeom>
          <a:solidFill>
            <a:srgbClr val="F8B500"/>
          </a:solidFill>
          <a:ln w="25400" cap="flat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latinLnBrk="1"/>
            <a:endParaRPr sz="1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2_shape1"/>
          <p:cNvSpPr>
            <a:spLocks noGrp="1"/>
          </p:cNvSpPr>
          <p:nvPr>
            <p:ph type="title"/>
          </p:nvPr>
        </p:nvSpPr>
        <p:spPr>
          <a:xfrm>
            <a:off x="2505448" y="548680"/>
            <a:ext cx="5594943" cy="504056"/>
          </a:xfrm>
          <a:prstGeom prst="rect">
            <a:avLst/>
          </a:prstGeom>
        </p:spPr>
        <p:txBody>
          <a:bodyPr/>
          <a:lstStyle>
            <a:lvl1pPr>
              <a:defRPr sz="2000" b="1" kern="1200" baseline="0">
                <a:solidFill>
                  <a:srgbClr val="F8B500"/>
                </a:solidFill>
                <a:latin typeface="나눔고딕"/>
                <a:ea typeface="나눔고딕"/>
                <a:cs typeface="+mn-cs"/>
              </a:defRPr>
            </a:lvl1pPr>
          </a:lstStyle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2_shape2"/>
          <p:cNvSpPr>
            <a:spLocks noGrp="1"/>
          </p:cNvSpPr>
          <p:nvPr>
            <p:ph idx="1"/>
          </p:nvPr>
        </p:nvSpPr>
        <p:spPr>
          <a:xfrm>
            <a:off x="2520392" y="1600201"/>
            <a:ext cx="5580000" cy="4205064"/>
          </a:xfrm>
          <a:prstGeom prst="rect">
            <a:avLst/>
          </a:prstGeom>
        </p:spPr>
        <p:txBody>
          <a:bodyPr/>
          <a:lstStyle>
            <a:lvl1pPr>
              <a:defRPr sz="1800" kern="1200" spc="-150">
                <a:solidFill>
                  <a:srgbClr val="23AC38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스타일을</a:t>
            </a:r>
            <a:r>
              <a:rPr lang="en-US" altLang="en-US"/>
              <a:t> </a:t>
            </a:r>
            <a:r>
              <a:rPr lang="ko-KR" altLang="en-US"/>
              <a:t>편집합니다</a:t>
            </a:r>
          </a:p>
        </p:txBody>
      </p:sp>
      <p:sp>
        <p:nvSpPr>
          <p:cNvPr id="5" name="layout2_shape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fld id="{FB30EDBD-1C2D-4C1E-B459-B60219FAB484}" type="datetimeFigureOut">
              <a:rPr lang="en-US"/>
              <a:t>7/26/2022</a:t>
            </a:fld>
            <a:endParaRPr/>
          </a:p>
        </p:txBody>
      </p:sp>
      <p:sp>
        <p:nvSpPr>
          <p:cNvPr id="6" name="layout2_shape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endParaRPr/>
          </a:p>
        </p:txBody>
      </p:sp>
      <p:sp>
        <p:nvSpPr>
          <p:cNvPr id="7" name="layout2_shape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fld id="{4BEDD84E-25D4-4983-8AA1-2863C96F08D9}" type="slidenum">
              <a:rPr lang="en-US"/>
              <a:t>‹#›</a:t>
            </a:fld>
            <a:endParaRPr/>
          </a:p>
        </p:txBody>
      </p:sp>
      <p:cxnSp>
        <p:nvCxnSpPr>
          <p:cNvPr id="8" name="layout2_shape6"/>
          <p:cNvCxnSpPr/>
          <p:nvPr/>
        </p:nvCxnSpPr>
        <p:spPr>
          <a:xfrm>
            <a:off x="2520392" y="1267172"/>
            <a:ext cx="5580000" cy="1588"/>
          </a:xfrm>
          <a:prstGeom prst="line">
            <a:avLst/>
          </a:prstGeom>
          <a:ln w="6350">
            <a:solidFill>
              <a:srgbClr val="F8B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ayout2_shape7"/>
          <p:cNvCxnSpPr/>
          <p:nvPr/>
        </p:nvCxnSpPr>
        <p:spPr>
          <a:xfrm>
            <a:off x="2520392" y="6021288"/>
            <a:ext cx="5580000" cy="1588"/>
          </a:xfrm>
          <a:prstGeom prst="line">
            <a:avLst/>
          </a:prstGeom>
          <a:ln w="6350">
            <a:solidFill>
              <a:srgbClr val="23AC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3_shape1"/>
          <p:cNvSpPr>
            <a:spLocks noGrp="1"/>
          </p:cNvSpPr>
          <p:nvPr>
            <p:ph type="title"/>
          </p:nvPr>
        </p:nvSpPr>
        <p:spPr>
          <a:xfrm>
            <a:off x="722313" y="764704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kern="1200" spc="-150">
                <a:solidFill>
                  <a:srgbClr val="23AC38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3_shape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kern="1200" spc="-8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스타일을</a:t>
            </a:r>
            <a:r>
              <a:rPr lang="en-US" altLang="en-US"/>
              <a:t> </a:t>
            </a:r>
            <a:r>
              <a:rPr lang="ko-KR" altLang="en-US"/>
              <a:t>편집합니다</a:t>
            </a:r>
          </a:p>
        </p:txBody>
      </p:sp>
      <p:sp>
        <p:nvSpPr>
          <p:cNvPr id="5" name="layout3_shape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fld id="{FB30EDBD-1C2D-4C1E-B459-B60219FAB484}" type="datetimeFigureOut">
              <a:rPr lang="en-US"/>
              <a:t>7/26/2022</a:t>
            </a:fld>
            <a:endParaRPr/>
          </a:p>
        </p:txBody>
      </p:sp>
      <p:sp>
        <p:nvSpPr>
          <p:cNvPr id="6" name="layout3_shape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endParaRPr/>
          </a:p>
        </p:txBody>
      </p:sp>
      <p:sp>
        <p:nvSpPr>
          <p:cNvPr id="7" name="layout3_shape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fld id="{4BEDD84E-25D4-4983-8AA1-2863C96F08D9}" type="slidenum">
              <a:rPr lang="en-US"/>
              <a:t>‹#›</a:t>
            </a:fld>
            <a:endParaRPr/>
          </a:p>
        </p:txBody>
      </p:sp>
      <p:cxnSp>
        <p:nvCxnSpPr>
          <p:cNvPr id="8" name="layout3_shape6"/>
          <p:cNvCxnSpPr/>
          <p:nvPr/>
        </p:nvCxnSpPr>
        <p:spPr>
          <a:xfrm>
            <a:off x="4139952" y="550268"/>
            <a:ext cx="3960440" cy="0"/>
          </a:xfrm>
          <a:prstGeom prst="line">
            <a:avLst/>
          </a:prstGeom>
          <a:ln w="6350">
            <a:solidFill>
              <a:srgbClr val="F8B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ayout3_shape7"/>
          <p:cNvCxnSpPr/>
          <p:nvPr/>
        </p:nvCxnSpPr>
        <p:spPr>
          <a:xfrm>
            <a:off x="4139952" y="6022876"/>
            <a:ext cx="3960440" cy="0"/>
          </a:xfrm>
          <a:prstGeom prst="line">
            <a:avLst/>
          </a:prstGeom>
          <a:ln w="6350">
            <a:solidFill>
              <a:srgbClr val="23AC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ayout3_shape8"/>
          <p:cNvCxnSpPr/>
          <p:nvPr/>
        </p:nvCxnSpPr>
        <p:spPr>
          <a:xfrm>
            <a:off x="4139952" y="2494484"/>
            <a:ext cx="3960440" cy="0"/>
          </a:xfrm>
          <a:prstGeom prst="line">
            <a:avLst/>
          </a:prstGeom>
          <a:ln w="6350">
            <a:solidFill>
              <a:srgbClr val="23AC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ayout3_shape9"/>
          <p:cNvCxnSpPr/>
          <p:nvPr/>
        </p:nvCxnSpPr>
        <p:spPr>
          <a:xfrm>
            <a:off x="683568" y="2494484"/>
            <a:ext cx="2952328" cy="0"/>
          </a:xfrm>
          <a:prstGeom prst="line">
            <a:avLst/>
          </a:prstGeom>
          <a:ln w="6350">
            <a:solidFill>
              <a:srgbClr val="23AC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4_shape1"/>
          <p:cNvSpPr>
            <a:spLocks noGrp="1"/>
          </p:cNvSpPr>
          <p:nvPr>
            <p:ph type="title"/>
          </p:nvPr>
        </p:nvSpPr>
        <p:spPr>
          <a:xfrm>
            <a:off x="457200" y="156592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sz="4000" kern="1200" spc="-150">
                <a:solidFill>
                  <a:srgbClr val="23AC38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4_shape2"/>
          <p:cNvSpPr>
            <a:spLocks noGrp="1"/>
          </p:cNvSpPr>
          <p:nvPr>
            <p:ph sz="half" idx="1"/>
          </p:nvPr>
        </p:nvSpPr>
        <p:spPr>
          <a:xfrm>
            <a:off x="457200" y="2924944"/>
            <a:ext cx="4038600" cy="2913187"/>
          </a:xfrm>
          <a:prstGeom prst="rect">
            <a:avLst/>
          </a:prstGeom>
        </p:spPr>
        <p:txBody>
          <a:bodyPr/>
          <a:lstStyle>
            <a:lvl1pPr>
              <a:defRPr sz="1800" kern="1200" spc="-8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스타일을</a:t>
            </a:r>
            <a:r>
              <a:rPr lang="en-US" altLang="en-US"/>
              <a:t> </a:t>
            </a:r>
            <a:r>
              <a:rPr lang="ko-KR" altLang="en-US"/>
              <a:t>편집합니다</a:t>
            </a:r>
          </a:p>
        </p:txBody>
      </p:sp>
      <p:sp>
        <p:nvSpPr>
          <p:cNvPr id="5" name="layout4_shape3"/>
          <p:cNvSpPr>
            <a:spLocks noGrp="1"/>
          </p:cNvSpPr>
          <p:nvPr>
            <p:ph sz="half" idx="2"/>
          </p:nvPr>
        </p:nvSpPr>
        <p:spPr>
          <a:xfrm>
            <a:off x="4648200" y="2924944"/>
            <a:ext cx="4038600" cy="2913187"/>
          </a:xfrm>
          <a:prstGeom prst="rect">
            <a:avLst/>
          </a:prstGeom>
        </p:spPr>
        <p:txBody>
          <a:bodyPr/>
          <a:lstStyle>
            <a:lvl1pPr>
              <a:defRPr sz="1800" kern="1200" spc="-8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스타일을</a:t>
            </a:r>
            <a:r>
              <a:rPr lang="en-US" altLang="en-US"/>
              <a:t> </a:t>
            </a:r>
            <a:r>
              <a:rPr lang="ko-KR" altLang="en-US"/>
              <a:t>편집합니다</a:t>
            </a:r>
          </a:p>
        </p:txBody>
      </p:sp>
      <p:sp>
        <p:nvSpPr>
          <p:cNvPr id="6" name="layout4_shape4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fld id="{FB30EDBD-1C2D-4C1E-B459-B60219FAB484}" type="datetimeFigureOut">
              <a:rPr lang="en-US"/>
              <a:t>7/26/2022</a:t>
            </a:fld>
            <a:endParaRPr/>
          </a:p>
        </p:txBody>
      </p:sp>
      <p:sp>
        <p:nvSpPr>
          <p:cNvPr id="7" name="layout4_shape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endParaRPr/>
          </a:p>
        </p:txBody>
      </p:sp>
      <p:sp>
        <p:nvSpPr>
          <p:cNvPr id="8" name="layout4_shape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fld id="{4BEDD84E-25D4-4983-8AA1-2863C96F08D9}" type="slidenum">
              <a:rPr lang="en-US"/>
              <a:t>‹#›</a:t>
            </a:fld>
            <a:endParaRPr/>
          </a:p>
        </p:txBody>
      </p:sp>
      <p:cxnSp>
        <p:nvCxnSpPr>
          <p:cNvPr id="9" name="layout4_shape7"/>
          <p:cNvCxnSpPr/>
          <p:nvPr/>
        </p:nvCxnSpPr>
        <p:spPr>
          <a:xfrm>
            <a:off x="2520392" y="1267172"/>
            <a:ext cx="5580000" cy="1588"/>
          </a:xfrm>
          <a:prstGeom prst="line">
            <a:avLst/>
          </a:prstGeom>
          <a:ln w="6350">
            <a:solidFill>
              <a:srgbClr val="F8B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ayout4_shape8"/>
          <p:cNvCxnSpPr/>
          <p:nvPr/>
        </p:nvCxnSpPr>
        <p:spPr>
          <a:xfrm>
            <a:off x="2520392" y="6021288"/>
            <a:ext cx="5580000" cy="1588"/>
          </a:xfrm>
          <a:prstGeom prst="line">
            <a:avLst/>
          </a:prstGeom>
          <a:ln w="6350">
            <a:solidFill>
              <a:srgbClr val="23AC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5_shape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 kern="1200" spc="-150">
                <a:solidFill>
                  <a:srgbClr val="23AC38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5_shape2"/>
          <p:cNvSpPr>
            <a:spLocks noGrp="1"/>
          </p:cNvSpPr>
          <p:nvPr>
            <p:ph type="body" idx="1"/>
          </p:nvPr>
        </p:nvSpPr>
        <p:spPr>
          <a:xfrm>
            <a:off x="457200" y="2636912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kern="1200" spc="-8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스타일을</a:t>
            </a:r>
            <a:r>
              <a:rPr lang="en-US" altLang="en-US"/>
              <a:t> </a:t>
            </a:r>
            <a:r>
              <a:rPr lang="ko-KR" altLang="en-US"/>
              <a:t>편집합니다</a:t>
            </a:r>
          </a:p>
        </p:txBody>
      </p:sp>
      <p:sp>
        <p:nvSpPr>
          <p:cNvPr id="5" name="layout5_shape3"/>
          <p:cNvSpPr>
            <a:spLocks noGrp="1"/>
          </p:cNvSpPr>
          <p:nvPr>
            <p:ph sz="half" idx="2"/>
          </p:nvPr>
        </p:nvSpPr>
        <p:spPr>
          <a:xfrm>
            <a:off x="457200" y="3789039"/>
            <a:ext cx="4040188" cy="2088233"/>
          </a:xfrm>
          <a:prstGeom prst="rect">
            <a:avLst/>
          </a:prstGeom>
        </p:spPr>
        <p:txBody>
          <a:bodyPr/>
          <a:lstStyle>
            <a:lvl1pPr>
              <a:defRPr sz="1800" kern="1200" spc="-8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스타일을</a:t>
            </a:r>
            <a:r>
              <a:rPr lang="en-US" altLang="en-US"/>
              <a:t> </a:t>
            </a:r>
            <a:r>
              <a:rPr lang="ko-KR" altLang="en-US"/>
              <a:t>편집합니다</a:t>
            </a:r>
          </a:p>
        </p:txBody>
      </p:sp>
      <p:sp>
        <p:nvSpPr>
          <p:cNvPr id="6" name="layout5_shape4"/>
          <p:cNvSpPr>
            <a:spLocks noGrp="1"/>
          </p:cNvSpPr>
          <p:nvPr>
            <p:ph type="body" sz="quarter" idx="3"/>
          </p:nvPr>
        </p:nvSpPr>
        <p:spPr>
          <a:xfrm>
            <a:off x="4645025" y="2636912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kern="1200" spc="-8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스타일을</a:t>
            </a:r>
            <a:r>
              <a:rPr lang="en-US" altLang="en-US"/>
              <a:t> </a:t>
            </a:r>
            <a:r>
              <a:rPr lang="ko-KR" altLang="en-US"/>
              <a:t>편집합니다</a:t>
            </a:r>
          </a:p>
        </p:txBody>
      </p:sp>
      <p:sp>
        <p:nvSpPr>
          <p:cNvPr id="7" name="layout5_shape5"/>
          <p:cNvSpPr>
            <a:spLocks noGrp="1"/>
          </p:cNvSpPr>
          <p:nvPr>
            <p:ph sz="quarter" idx="4"/>
          </p:nvPr>
        </p:nvSpPr>
        <p:spPr>
          <a:xfrm>
            <a:off x="4645025" y="3789039"/>
            <a:ext cx="4041775" cy="2088233"/>
          </a:xfrm>
          <a:prstGeom prst="rect">
            <a:avLst/>
          </a:prstGeom>
        </p:spPr>
        <p:txBody>
          <a:bodyPr/>
          <a:lstStyle>
            <a:lvl1pPr>
              <a:defRPr sz="1800" kern="1200" spc="-8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스타일을</a:t>
            </a:r>
            <a:r>
              <a:rPr lang="en-US" altLang="en-US"/>
              <a:t> </a:t>
            </a:r>
            <a:r>
              <a:rPr lang="ko-KR" altLang="en-US"/>
              <a:t>편집합니다</a:t>
            </a:r>
          </a:p>
        </p:txBody>
      </p:sp>
      <p:sp>
        <p:nvSpPr>
          <p:cNvPr id="8" name="layout5_shape6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fld id="{FB30EDBD-1C2D-4C1E-B459-B60219FAB484}" type="datetimeFigureOut">
              <a:rPr lang="en-US"/>
              <a:t>7/26/2022</a:t>
            </a:fld>
            <a:endParaRPr/>
          </a:p>
        </p:txBody>
      </p:sp>
      <p:sp>
        <p:nvSpPr>
          <p:cNvPr id="9" name="layout5_shape7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endParaRPr/>
          </a:p>
        </p:txBody>
      </p:sp>
      <p:sp>
        <p:nvSpPr>
          <p:cNvPr id="10" name="layout5_shape8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fld id="{4BEDD84E-25D4-4983-8AA1-2863C96F08D9}" type="slidenum">
              <a:rPr lang="en-US"/>
              <a:t>‹#›</a:t>
            </a:fld>
            <a:endParaRPr/>
          </a:p>
        </p:txBody>
      </p:sp>
      <p:cxnSp>
        <p:nvCxnSpPr>
          <p:cNvPr id="11" name="layout5_shape9"/>
          <p:cNvCxnSpPr/>
          <p:nvPr/>
        </p:nvCxnSpPr>
        <p:spPr>
          <a:xfrm>
            <a:off x="2520392" y="1628800"/>
            <a:ext cx="5580000" cy="1588"/>
          </a:xfrm>
          <a:prstGeom prst="line">
            <a:avLst/>
          </a:prstGeom>
          <a:ln w="6350">
            <a:solidFill>
              <a:srgbClr val="F8B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layout5_shape10"/>
          <p:cNvCxnSpPr/>
          <p:nvPr/>
        </p:nvCxnSpPr>
        <p:spPr>
          <a:xfrm>
            <a:off x="2520392" y="6021288"/>
            <a:ext cx="5580000" cy="1588"/>
          </a:xfrm>
          <a:prstGeom prst="line">
            <a:avLst/>
          </a:prstGeom>
          <a:ln w="6350">
            <a:solidFill>
              <a:srgbClr val="23AC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layout5_shape11"/>
          <p:cNvCxnSpPr/>
          <p:nvPr/>
        </p:nvCxnSpPr>
        <p:spPr>
          <a:xfrm>
            <a:off x="2520392" y="3429000"/>
            <a:ext cx="5580000" cy="1588"/>
          </a:xfrm>
          <a:prstGeom prst="line">
            <a:avLst/>
          </a:prstGeom>
          <a:ln w="6350">
            <a:solidFill>
              <a:srgbClr val="23AC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6_shape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6_shape2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fld id="{FB30EDBD-1C2D-4C1E-B459-B60219FAB484}" type="datetimeFigureOut">
              <a:rPr lang="en-US"/>
              <a:t>7/26/2022</a:t>
            </a:fld>
            <a:endParaRPr/>
          </a:p>
        </p:txBody>
      </p:sp>
      <p:sp>
        <p:nvSpPr>
          <p:cNvPr id="5" name="layout6_shape3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endParaRPr/>
          </a:p>
        </p:txBody>
      </p:sp>
      <p:sp>
        <p:nvSpPr>
          <p:cNvPr id="6" name="layout6_shape4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fld id="{4BEDD84E-25D4-4983-8AA1-2863C96F08D9}" type="slidenum">
              <a:rPr lang="en-US"/>
              <a:t>‹#›</a:t>
            </a:fld>
            <a:endParaRPr/>
          </a:p>
        </p:txBody>
      </p:sp>
      <p:cxnSp>
        <p:nvCxnSpPr>
          <p:cNvPr id="7" name="layout6_shape5"/>
          <p:cNvCxnSpPr/>
          <p:nvPr/>
        </p:nvCxnSpPr>
        <p:spPr>
          <a:xfrm>
            <a:off x="2520392" y="1628800"/>
            <a:ext cx="5580000" cy="1588"/>
          </a:xfrm>
          <a:prstGeom prst="line">
            <a:avLst/>
          </a:prstGeom>
          <a:ln w="6350">
            <a:solidFill>
              <a:srgbClr val="F8B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7_shape1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fld id="{FB30EDBD-1C2D-4C1E-B459-B60219FAB484}" type="datetimeFigureOut">
              <a:rPr lang="en-US"/>
              <a:t>7/26/2022</a:t>
            </a:fld>
            <a:endParaRPr/>
          </a:p>
        </p:txBody>
      </p:sp>
      <p:sp>
        <p:nvSpPr>
          <p:cNvPr id="4" name="layout7_shape2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endParaRPr/>
          </a:p>
        </p:txBody>
      </p:sp>
      <p:sp>
        <p:nvSpPr>
          <p:cNvPr id="5" name="layout7_shape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fld id="{4BEDD84E-25D4-4983-8AA1-2863C96F08D9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8_shape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kern="1200" spc="-150">
                <a:solidFill>
                  <a:srgbClr val="23AC38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8_shape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1800" kern="1200" spc="-8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스타일을</a:t>
            </a:r>
            <a:r>
              <a:rPr lang="en-US" altLang="en-US"/>
              <a:t> </a:t>
            </a:r>
            <a:r>
              <a:rPr lang="ko-KR" altLang="en-US"/>
              <a:t>편집합니다</a:t>
            </a:r>
          </a:p>
        </p:txBody>
      </p:sp>
      <p:sp>
        <p:nvSpPr>
          <p:cNvPr id="5" name="layout8_shape3"/>
          <p:cNvSpPr>
            <a:spLocks noGrp="1"/>
          </p:cNvSpPr>
          <p:nvPr>
            <p:ph type="body" sz="half" idx="2"/>
          </p:nvPr>
        </p:nvSpPr>
        <p:spPr>
          <a:xfrm>
            <a:off x="457200" y="1844824"/>
            <a:ext cx="3008313" cy="42813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kern="1200" spc="-8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스타일을</a:t>
            </a:r>
            <a:r>
              <a:rPr lang="en-US" altLang="en-US"/>
              <a:t> </a:t>
            </a:r>
            <a:r>
              <a:rPr lang="ko-KR" altLang="en-US"/>
              <a:t>편집합니다</a:t>
            </a:r>
          </a:p>
        </p:txBody>
      </p:sp>
      <p:sp>
        <p:nvSpPr>
          <p:cNvPr id="6" name="layout8_shape4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fld id="{FB30EDBD-1C2D-4C1E-B459-B60219FAB484}" type="datetimeFigureOut">
              <a:rPr lang="en-US"/>
              <a:t>7/26/2022</a:t>
            </a:fld>
            <a:endParaRPr/>
          </a:p>
        </p:txBody>
      </p:sp>
      <p:sp>
        <p:nvSpPr>
          <p:cNvPr id="7" name="layout8_shape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endParaRPr/>
          </a:p>
        </p:txBody>
      </p:sp>
      <p:sp>
        <p:nvSpPr>
          <p:cNvPr id="8" name="layout8_shape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 kern="1200" spc="-150" baseline="0">
                <a:solidFill>
                  <a:srgbClr val="F8B500"/>
                </a:solidFill>
                <a:latin typeface="나눔명조"/>
                <a:ea typeface="나눔명조"/>
                <a:cs typeface="+mn-cs"/>
              </a:defRPr>
            </a:lvl1pPr>
          </a:lstStyle>
          <a:p>
            <a:fld id="{4BEDD84E-25D4-4983-8AA1-2863C96F08D9}" type="slidenum">
              <a:rPr lang="en-US"/>
              <a:t>‹#›</a:t>
            </a:fld>
            <a:endParaRPr/>
          </a:p>
        </p:txBody>
      </p:sp>
      <p:cxnSp>
        <p:nvCxnSpPr>
          <p:cNvPr id="9" name="layout8_shape7"/>
          <p:cNvCxnSpPr/>
          <p:nvPr/>
        </p:nvCxnSpPr>
        <p:spPr>
          <a:xfrm>
            <a:off x="467544" y="1556792"/>
            <a:ext cx="3024336" cy="0"/>
          </a:xfrm>
          <a:prstGeom prst="line">
            <a:avLst/>
          </a:prstGeom>
          <a:ln w="6350">
            <a:solidFill>
              <a:srgbClr val="23AC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9_shape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lIns="90000" tIns="46800" rIns="90000" bIns="46800" anchor="b"/>
          <a:lstStyle>
            <a:lvl1pPr algn="l">
              <a:defRPr sz="2000" b="1"/>
            </a:lvl1pPr>
          </a:lstStyle>
          <a:p>
            <a:r>
              <a:rPr altLang="ko-KR"/>
              <a:t>마스터 제목 스타일 편집</a:t>
            </a:r>
            <a:endParaRPr/>
          </a:p>
        </p:txBody>
      </p:sp>
      <p:sp>
        <p:nvSpPr>
          <p:cNvPr id="4" name="layout9_shape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lIns="90000" tIns="46800" rIns="90000" bIns="468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5" name="layout9_shape3"/>
          <p:cNvSpPr txBox="1"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lIns="90000" tIns="46800" rIns="90000" bIns="46800" anchor="t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altLang="ko-KR"/>
              <a:t>마스터 텍스트 스타일을 편집합니다</a:t>
            </a:r>
          </a:p>
        </p:txBody>
      </p:sp>
      <p:sp>
        <p:nvSpPr>
          <p:cNvPr id="6" name="layout9_shape4"/>
          <p:cNvSpPr txBox="1"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90000" tIns="46800" rIns="90000" bIns="46800" anchor="t"/>
          <a:lstStyle/>
          <a:p>
            <a:endParaRPr/>
          </a:p>
        </p:txBody>
      </p:sp>
      <p:sp>
        <p:nvSpPr>
          <p:cNvPr id="7" name="layout9_shape5"/>
          <p:cNvSpPr txBox="1"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90000" tIns="46800" rIns="90000" bIns="46800" anchor="t"/>
          <a:lstStyle/>
          <a:p>
            <a:endParaRPr/>
          </a:p>
        </p:txBody>
      </p:sp>
      <p:sp>
        <p:nvSpPr>
          <p:cNvPr id="8" name="layout9_shape6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lIns="90000" tIns="46800" rIns="90000" bIns="46800" anchor="t"/>
          <a:lstStyle/>
          <a:p>
            <a:pPr algn="r"/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0_shape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lIns="90000" tIns="46800" rIns="90000" bIns="46800" anchor="t"/>
          <a:lstStyle/>
          <a:p>
            <a:r>
              <a:rPr altLang="ko-KR"/>
              <a:t>마스터 제목 스타일 편집</a:t>
            </a:r>
            <a:endParaRPr/>
          </a:p>
        </p:txBody>
      </p:sp>
      <p:sp>
        <p:nvSpPr>
          <p:cNvPr id="4" name="layout10_shape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 lIns="90000" tIns="46800" rIns="90000" bIns="46800" anchor="t"/>
          <a:lstStyle/>
          <a:p>
            <a:pPr lvl="0"/>
            <a:r>
              <a:rPr altLang="ko-KR"/>
              <a:t>마스터 텍스트 스타일을 편집합니다</a:t>
            </a:r>
          </a:p>
          <a:p>
            <a:pPr lvl="1"/>
            <a:r>
              <a:rPr altLang="ko-KR"/>
              <a:t>둘째 수준</a:t>
            </a:r>
          </a:p>
          <a:p>
            <a:pPr lvl="2"/>
            <a:r>
              <a:rPr altLang="ko-KR"/>
              <a:t>셋째 수준</a:t>
            </a:r>
          </a:p>
          <a:p>
            <a:pPr lvl="3"/>
            <a:r>
              <a:rPr altLang="ko-KR"/>
              <a:t>넷째 수준</a:t>
            </a:r>
          </a:p>
          <a:p>
            <a:pPr lvl="4"/>
            <a:r>
              <a:rPr altLang="ko-KR"/>
              <a:t>다섯째 수준</a:t>
            </a:r>
            <a:endParaRPr/>
          </a:p>
        </p:txBody>
      </p:sp>
      <p:sp>
        <p:nvSpPr>
          <p:cNvPr id="5" name="layout10_shape3"/>
          <p:cNvSpPr txBox="1"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90000" tIns="46800" rIns="90000" bIns="46800" anchor="t"/>
          <a:lstStyle/>
          <a:p>
            <a:endParaRPr/>
          </a:p>
        </p:txBody>
      </p:sp>
      <p:sp>
        <p:nvSpPr>
          <p:cNvPr id="6" name="layout10_shape4"/>
          <p:cNvSpPr txBox="1"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90000" tIns="46800" rIns="90000" bIns="46800" anchor="t"/>
          <a:lstStyle/>
          <a:p>
            <a:endParaRPr/>
          </a:p>
        </p:txBody>
      </p:sp>
      <p:sp>
        <p:nvSpPr>
          <p:cNvPr id="7" name="layout10_shape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lIns="90000" tIns="46800" rIns="90000" bIns="46800" anchor="t"/>
          <a:lstStyle/>
          <a:p>
            <a:pPr algn="r"/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1_shape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 lIns="90000" tIns="46800" rIns="90000" bIns="46800" anchor="t"/>
          <a:lstStyle/>
          <a:p>
            <a:r>
              <a:rPr altLang="ko-KR"/>
              <a:t>마스터 제목 스타일 편집</a:t>
            </a:r>
            <a:endParaRPr/>
          </a:p>
        </p:txBody>
      </p:sp>
      <p:sp>
        <p:nvSpPr>
          <p:cNvPr id="4" name="layout11_shape2"/>
          <p:cNvSpPr txBox="1"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 lIns="90000" tIns="46800" rIns="90000" bIns="46800" anchor="t"/>
          <a:lstStyle/>
          <a:p>
            <a:pPr lvl="0"/>
            <a:r>
              <a:rPr altLang="ko-KR"/>
              <a:t>마스터 텍스트 스타일을 편집합니다</a:t>
            </a:r>
          </a:p>
          <a:p>
            <a:pPr lvl="1"/>
            <a:r>
              <a:rPr altLang="ko-KR"/>
              <a:t>둘째 수준</a:t>
            </a:r>
          </a:p>
          <a:p>
            <a:pPr lvl="2"/>
            <a:r>
              <a:rPr altLang="ko-KR"/>
              <a:t>셋째 수준</a:t>
            </a:r>
          </a:p>
          <a:p>
            <a:pPr lvl="3"/>
            <a:r>
              <a:rPr altLang="ko-KR"/>
              <a:t>넷째 수준</a:t>
            </a:r>
          </a:p>
          <a:p>
            <a:pPr lvl="4"/>
            <a:r>
              <a:rPr altLang="ko-KR"/>
              <a:t>다섯째 수준</a:t>
            </a:r>
            <a:endParaRPr/>
          </a:p>
        </p:txBody>
      </p:sp>
      <p:sp>
        <p:nvSpPr>
          <p:cNvPr id="5" name="layout11_shape3"/>
          <p:cNvSpPr txBox="1"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90000" tIns="46800" rIns="90000" bIns="46800" anchor="t"/>
          <a:lstStyle/>
          <a:p>
            <a:endParaRPr/>
          </a:p>
        </p:txBody>
      </p:sp>
      <p:sp>
        <p:nvSpPr>
          <p:cNvPr id="6" name="layout11_shape4"/>
          <p:cNvSpPr txBox="1"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90000" tIns="46800" rIns="90000" bIns="46800" anchor="t"/>
          <a:lstStyle/>
          <a:p>
            <a:endParaRPr/>
          </a:p>
        </p:txBody>
      </p:sp>
      <p:sp>
        <p:nvSpPr>
          <p:cNvPr id="7" name="layout11_shape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lIns="90000" tIns="46800" rIns="90000" bIns="46800" anchor="t"/>
          <a:lstStyle/>
          <a:p>
            <a:pPr algn="r"/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ster1_shape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master1_shape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스타일을</a:t>
            </a:r>
            <a:r>
              <a:rPr lang="en-US" altLang="en-US"/>
              <a:t> </a:t>
            </a:r>
            <a:r>
              <a:rPr lang="ko-KR" altLang="en-US"/>
              <a:t>편집합니다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5" name="master1_shape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FB30EDBD-1C2D-4C1E-B459-B60219FAB484}" type="datetimeFigureOut">
              <a:rPr lang="en-US" altLang="ko-KR" sz="1200">
                <a:solidFill>
                  <a:schemeClr val="tx1">
                    <a:tint val="75000"/>
                  </a:schemeClr>
                </a:solidFill>
              </a:rPr>
              <a:t>7/26/2022</a:t>
            </a:fld>
            <a:endParaRPr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master1_shape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master1_shape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4BEDD84E-25D4-4983-8AA1-2863C96F08D9}" type="slidenum">
              <a:rPr lang="ko-KR" sz="1200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120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defTabSz="914400" latinLnBrk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 pitchFamily="2" charset="2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latinLnBrk="1">
        <a:spcBef>
          <a:spcPct val="20000"/>
        </a:spcBef>
        <a:buFont typeface="Arial" pitchFamily="2" charset="2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latinLnBrk="1">
        <a:spcBef>
          <a:spcPct val="20000"/>
        </a:spcBef>
        <a:buFont typeface="Arial" pitchFamily="2" charset="2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latinLnBrk="1">
        <a:spcBef>
          <a:spcPct val="20000"/>
        </a:spcBef>
        <a:buFont typeface="Arial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latinLnBrk="1">
        <a:spcBef>
          <a:spcPct val="20000"/>
        </a:spcBef>
        <a:buFont typeface="Arial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latinLnBrk="1">
        <a:spcBef>
          <a:spcPct val="20000"/>
        </a:spcBef>
        <a:buFont typeface="Arial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latinLnBrk="1">
        <a:spcBef>
          <a:spcPct val="20000"/>
        </a:spcBef>
        <a:buFont typeface="Arial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latinLnBrk="1">
        <a:spcBef>
          <a:spcPct val="20000"/>
        </a:spcBef>
        <a:buFont typeface="Arial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latinLnBrk="1">
        <a:spcBef>
          <a:spcPct val="20000"/>
        </a:spcBef>
        <a:buFont typeface="Arial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pps.apple.com/us/app/%EB%84%A5%EC%8A%A4%ED%8A%B8%EC%BD%94%EC%96%B4-%EC%97%85%EB%AC%B4-%EA%B4%80%EB%A6%AC/id1559002309" TargetMode="External"/><Relationship Id="rId4" Type="http://schemas.openxmlformats.org/officeDocument/2006/relationships/hyperlink" Target="https://play.google.com/store/apps/details?id=com.sswwhh.filemanagemen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pps.apple.com/us/app/%EB%84%A5%EC%8A%A4%ED%8A%B8%EC%BD%94%EC%96%B4-%EC%8A%A4%EB%A7%88%ED%8A%B8%EC%95%88%EC%A0%84%EA%B4%80%EB%A6%AC/id1572611839" TargetMode="External"/><Relationship Id="rId4" Type="http://schemas.openxmlformats.org/officeDocument/2006/relationships/hyperlink" Target="https://play.google.com/store/apps/details?id=com.ncsmartsafe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nppt_1627705445433301"/>
          <p:cNvCxnSpPr/>
          <p:nvPr/>
        </p:nvCxnSpPr>
        <p:spPr>
          <a:xfrm flipV="1">
            <a:off x="423099" y="2387680"/>
            <a:ext cx="8334375" cy="23811"/>
          </a:xfrm>
          <a:prstGeom prst="straightConnector1">
            <a:avLst/>
          </a:prstGeom>
          <a:ln w="25400" cap="flat" cmpd="sng">
            <a:solidFill>
              <a:schemeClr val="dk1">
                <a:lumMod val="50000"/>
                <a:lumOff val="50000"/>
              </a:schemeClr>
            </a:solidFill>
            <a:prstDash val="solid"/>
            <a:round/>
            <a:headEnd type="none"/>
            <a:tailEnd type="arrow"/>
          </a:ln>
        </p:spPr>
      </p:cxnSp>
      <p:sp>
        <p:nvSpPr>
          <p:cNvPr id="4" name="nppt_16277054454331320"/>
          <p:cNvSpPr/>
          <p:nvPr/>
        </p:nvSpPr>
        <p:spPr>
          <a:xfrm>
            <a:off x="3937019" y="2313285"/>
            <a:ext cx="214313" cy="214313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>
            <a:solidFill>
              <a:srgbClr val="FFC000"/>
            </a:solidFill>
            <a:prstDash val="solid"/>
          </a:ln>
        </p:spPr>
        <p:txBody>
          <a:bodyPr lIns="90000" tIns="46800" rIns="90000" bIns="46800" anchor="ctr"/>
          <a:lstStyle/>
          <a:p>
            <a:pPr marL="0" algn="ctr">
              <a:lnSpc>
                <a:spcPct val="100000"/>
              </a:lnSpc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nppt_16277054454331329"/>
          <p:cNvSpPr/>
          <p:nvPr/>
        </p:nvSpPr>
        <p:spPr>
          <a:xfrm>
            <a:off x="4626673" y="2307250"/>
            <a:ext cx="214313" cy="214313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>
            <a:solidFill>
              <a:srgbClr val="FFC000"/>
            </a:solidFill>
            <a:prstDash val="solid"/>
          </a:ln>
        </p:spPr>
        <p:txBody>
          <a:bodyPr lIns="90000" tIns="46800" rIns="90000" bIns="46800" anchor="ctr"/>
          <a:lstStyle/>
          <a:p>
            <a:pPr marL="0" algn="ctr">
              <a:lnSpc>
                <a:spcPct val="100000"/>
              </a:lnSpc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nppt_16277054454331671"/>
          <p:cNvSpPr/>
          <p:nvPr/>
        </p:nvSpPr>
        <p:spPr>
          <a:xfrm>
            <a:off x="5972724" y="2293829"/>
            <a:ext cx="214313" cy="214313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>
            <a:solidFill>
              <a:srgbClr val="92D050"/>
            </a:solidFill>
            <a:prstDash val="solid"/>
          </a:ln>
        </p:spPr>
        <p:txBody>
          <a:bodyPr lIns="90000" tIns="46800" rIns="90000" bIns="46800" anchor="ctr"/>
          <a:lstStyle/>
          <a:p>
            <a:pPr marL="0" algn="ctr">
              <a:lnSpc>
                <a:spcPct val="100000"/>
              </a:lnSpc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nppt_16277054454331675"/>
          <p:cNvSpPr/>
          <p:nvPr/>
        </p:nvSpPr>
        <p:spPr>
          <a:xfrm>
            <a:off x="6597793" y="2297355"/>
            <a:ext cx="214313" cy="214313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>
            <a:solidFill>
              <a:srgbClr val="92D050"/>
            </a:solidFill>
            <a:prstDash val="solid"/>
          </a:ln>
        </p:spPr>
        <p:txBody>
          <a:bodyPr lIns="90000" tIns="46800" rIns="90000" bIns="46800" anchor="ctr"/>
          <a:lstStyle/>
          <a:p>
            <a:pPr marL="0" algn="ctr">
              <a:lnSpc>
                <a:spcPct val="100000"/>
              </a:lnSpc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nppt_16277066509811215"/>
          <p:cNvSpPr/>
          <p:nvPr/>
        </p:nvSpPr>
        <p:spPr>
          <a:xfrm>
            <a:off x="1641881" y="2303262"/>
            <a:ext cx="214313" cy="214313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>
            <a:solidFill>
              <a:srgbClr val="FF0000"/>
            </a:solidFill>
            <a:prstDash val="solid"/>
          </a:ln>
        </p:spPr>
        <p:txBody>
          <a:bodyPr lIns="90000" tIns="46800" rIns="90000" bIns="46800" anchor="ctr"/>
          <a:lstStyle/>
          <a:p>
            <a:pPr marL="0" algn="ctr">
              <a:lnSpc>
                <a:spcPct val="100000"/>
              </a:lnSpc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nppt_16277066509811727"/>
          <p:cNvSpPr/>
          <p:nvPr/>
        </p:nvSpPr>
        <p:spPr>
          <a:xfrm rot="19380000">
            <a:off x="1610309" y="1389963"/>
            <a:ext cx="2254962" cy="272193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altLang="ko-KR" sz="12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과외</a:t>
            </a:r>
            <a:r>
              <a:rPr altLang="ko-KR" sz="12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2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매칭</a:t>
            </a:r>
            <a:r>
              <a:rPr altLang="ko-KR" sz="12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2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사이트</a:t>
            </a:r>
            <a:r>
              <a:rPr altLang="ko-KR" sz="12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200" dirty="0" err="1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</a:t>
            </a:r>
            <a:r>
              <a:rPr altLang="ko-KR" sz="12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12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</a:t>
            </a:r>
            <a:r>
              <a:rPr altLang="ko-KR" sz="12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altLang="ko-KR" sz="12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nppt_16277066509814337"/>
          <p:cNvSpPr/>
          <p:nvPr/>
        </p:nvSpPr>
        <p:spPr>
          <a:xfrm>
            <a:off x="1030415" y="2307250"/>
            <a:ext cx="214313" cy="214313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>
            <a:solidFill>
              <a:srgbClr val="FF0000"/>
            </a:solidFill>
            <a:prstDash val="solid"/>
          </a:ln>
        </p:spPr>
        <p:txBody>
          <a:bodyPr lIns="90000" tIns="46800" rIns="90000" bIns="46800" anchor="ctr"/>
          <a:lstStyle/>
          <a:p>
            <a:pPr marL="0" algn="ctr">
              <a:lnSpc>
                <a:spcPct val="100000"/>
              </a:lnSpc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nppt_16277066509814654"/>
          <p:cNvSpPr/>
          <p:nvPr/>
        </p:nvSpPr>
        <p:spPr>
          <a:xfrm rot="19380000">
            <a:off x="1056462" y="1644363"/>
            <a:ext cx="1662746" cy="272193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altLang="ko-KR" sz="12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 </a:t>
            </a:r>
            <a:r>
              <a:rPr lang="ko-KR" altLang="en-US" sz="1200" dirty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 학원 수강</a:t>
            </a:r>
            <a:endParaRPr altLang="ko-KR" sz="12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nppt_16277066509815580"/>
          <p:cNvSpPr/>
          <p:nvPr/>
        </p:nvSpPr>
        <p:spPr>
          <a:xfrm rot="19380000">
            <a:off x="3786280" y="1293411"/>
            <a:ext cx="2502126" cy="272193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lang="ko-KR" altLang="en-US" sz="1200" dirty="0" smtClean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모니터링</a:t>
            </a:r>
            <a:r>
              <a:rPr altLang="ko-KR" sz="1200" dirty="0" smtClean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smtClean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 구축</a:t>
            </a:r>
            <a:r>
              <a:rPr altLang="ko-KR" sz="1200" dirty="0" smtClean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20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altLang="ko-KR" sz="1200" dirty="0" smtClean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(J</a:t>
            </a:r>
            <a:r>
              <a:rPr lang="en-US" altLang="ko-KR" sz="1200" dirty="0" smtClean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ava</a:t>
            </a:r>
            <a:r>
              <a:rPr altLang="ko-KR" sz="1200" dirty="0" smtClean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20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SNMP)</a:t>
            </a:r>
          </a:p>
        </p:txBody>
      </p:sp>
      <p:sp>
        <p:nvSpPr>
          <p:cNvPr id="16" name="nppt_16277066509816461"/>
          <p:cNvSpPr/>
          <p:nvPr/>
        </p:nvSpPr>
        <p:spPr>
          <a:xfrm rot="19380000">
            <a:off x="4627072" y="1132584"/>
            <a:ext cx="3138845" cy="450787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lang="ko-KR" altLang="en-US" sz="1200" dirty="0" err="1" smtClean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임베디드</a:t>
            </a:r>
            <a:r>
              <a:rPr lang="ko-KR" altLang="en-US" sz="1200" dirty="0" smtClean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소켓 통신 서비스 개발</a:t>
            </a:r>
            <a:r>
              <a:rPr altLang="ko-KR" sz="1200" dirty="0" smtClean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 smtClean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200" dirty="0" smtClean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altLang="ko-KR" sz="1200" dirty="0" smtClean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altLang="ko-KR" sz="120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 / TCP &amp; </a:t>
            </a:r>
            <a:r>
              <a:rPr altLang="ko-KR" sz="1200" dirty="0" smtClean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UDP</a:t>
            </a:r>
            <a:r>
              <a:rPr lang="en-US" altLang="ko-KR" sz="1200" dirty="0" smtClean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Modbus</a:t>
            </a:r>
            <a:r>
              <a:rPr altLang="ko-KR" sz="1200" dirty="0" smtClean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altLang="ko-KR" sz="1200" dirty="0">
              <a:solidFill>
                <a:schemeClr val="accent6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nppt_16277066509817103"/>
          <p:cNvSpPr/>
          <p:nvPr/>
        </p:nvSpPr>
        <p:spPr>
          <a:xfrm rot="19500000">
            <a:off x="6474308" y="1375591"/>
            <a:ext cx="2680720" cy="272193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altLang="ko-KR" sz="1200" dirty="0" err="1">
                <a:solidFill>
                  <a:schemeClr val="accent3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사내</a:t>
            </a:r>
            <a:r>
              <a:rPr altLang="ko-KR" sz="1200" dirty="0">
                <a:solidFill>
                  <a:schemeClr val="accent3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200" dirty="0" err="1">
                <a:solidFill>
                  <a:schemeClr val="accent3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</a:t>
            </a:r>
            <a:r>
              <a:rPr altLang="ko-KR" sz="1200" dirty="0">
                <a:solidFill>
                  <a:schemeClr val="accent3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200" dirty="0" err="1">
                <a:solidFill>
                  <a:schemeClr val="accent3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  <a:r>
              <a:rPr altLang="ko-KR" sz="1200" dirty="0">
                <a:solidFill>
                  <a:schemeClr val="accent3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개발</a:t>
            </a:r>
            <a:endParaRPr altLang="ko-KR" sz="1200" dirty="0">
              <a:solidFill>
                <a:schemeClr val="accent3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nppt_16277066509817170"/>
          <p:cNvSpPr/>
          <p:nvPr/>
        </p:nvSpPr>
        <p:spPr>
          <a:xfrm rot="19500000">
            <a:off x="5786898" y="1357838"/>
            <a:ext cx="2635156" cy="272193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altLang="ko-KR" sz="1200" dirty="0" err="1" smtClean="0">
                <a:solidFill>
                  <a:schemeClr val="accent3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스마트안전관리</a:t>
            </a:r>
            <a:r>
              <a:rPr altLang="ko-KR" sz="1200" dirty="0" smtClean="0">
                <a:solidFill>
                  <a:schemeClr val="accent3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</a:t>
            </a:r>
            <a:r>
              <a:rPr altLang="ko-KR" sz="1200" dirty="0" smtClean="0">
                <a:solidFill>
                  <a:schemeClr val="accent3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endParaRPr altLang="ko-KR" sz="1200" dirty="0">
              <a:solidFill>
                <a:schemeClr val="accent3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nppt_16277066509819508"/>
          <p:cNvCxnSpPr/>
          <p:nvPr/>
        </p:nvCxnSpPr>
        <p:spPr>
          <a:xfrm>
            <a:off x="952904" y="2993399"/>
            <a:ext cx="1680800" cy="0"/>
          </a:xfrm>
          <a:prstGeom prst="line">
            <a:avLst/>
          </a:prstGeom>
          <a:ln w="25400" cap="flat">
            <a:solidFill>
              <a:schemeClr val="lt1">
                <a:lumMod val="75000"/>
              </a:schemeClr>
            </a:solidFill>
            <a:prstDash val="solid"/>
          </a:ln>
        </p:spPr>
      </p:cxnSp>
      <p:sp>
        <p:nvSpPr>
          <p:cNvPr id="21" name="nppt_162770665098110276"/>
          <p:cNvSpPr/>
          <p:nvPr/>
        </p:nvSpPr>
        <p:spPr>
          <a:xfrm>
            <a:off x="934074" y="2652684"/>
            <a:ext cx="1775862" cy="365742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lang="en-US" altLang="ko-KR" sz="1400" b="1" dirty="0" smtClean="0">
                <a:solidFill>
                  <a:schemeClr val="tx1">
                    <a:alpha val="10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2019.05 ~ 2019.11</a:t>
            </a:r>
            <a:endParaRPr altLang="ko-KR" sz="1400" b="1" dirty="0">
              <a:solidFill>
                <a:schemeClr val="tx1">
                  <a:alpha val="10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nppt_162770665098113059"/>
          <p:cNvCxnSpPr/>
          <p:nvPr/>
        </p:nvCxnSpPr>
        <p:spPr>
          <a:xfrm>
            <a:off x="4544106" y="3004067"/>
            <a:ext cx="1756086" cy="0"/>
          </a:xfrm>
          <a:prstGeom prst="line">
            <a:avLst/>
          </a:prstGeom>
          <a:ln w="25400" cap="flat">
            <a:solidFill>
              <a:schemeClr val="lt1">
                <a:lumMod val="75000"/>
              </a:schemeClr>
            </a:solidFill>
            <a:prstDash val="solid"/>
          </a:ln>
        </p:spPr>
      </p:cxnSp>
      <p:sp>
        <p:nvSpPr>
          <p:cNvPr id="25" name="nppt_162770665098113063"/>
          <p:cNvSpPr/>
          <p:nvPr/>
        </p:nvSpPr>
        <p:spPr>
          <a:xfrm>
            <a:off x="4544106" y="2638325"/>
            <a:ext cx="1828094" cy="365742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lang="en-US" altLang="ko-KR" sz="14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2020.05 ~ 2021.08</a:t>
            </a:r>
            <a:endParaRPr altLang="ko-KR" sz="14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nppt_162770665098121014"/>
          <p:cNvSpPr/>
          <p:nvPr/>
        </p:nvSpPr>
        <p:spPr>
          <a:xfrm>
            <a:off x="300570" y="279771"/>
            <a:ext cx="3810000" cy="365742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altLang="ko-KR" sz="2000" b="1" dirty="0" err="1">
                <a:solidFill>
                  <a:schemeClr val="tx1">
                    <a:alpha val="10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신우혁의</a:t>
            </a:r>
            <a:r>
              <a:rPr altLang="ko-KR" sz="2000" b="1" dirty="0">
                <a:solidFill>
                  <a:schemeClr val="tx1">
                    <a:alpha val="10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DEV LIFE</a:t>
            </a:r>
          </a:p>
        </p:txBody>
      </p:sp>
      <p:cxnSp>
        <p:nvCxnSpPr>
          <p:cNvPr id="37" name="nppt_16277066509819508"/>
          <p:cNvCxnSpPr/>
          <p:nvPr/>
        </p:nvCxnSpPr>
        <p:spPr>
          <a:xfrm>
            <a:off x="1340716" y="3794294"/>
            <a:ext cx="6406781" cy="0"/>
          </a:xfrm>
          <a:prstGeom prst="line">
            <a:avLst/>
          </a:prstGeom>
          <a:ln w="25400" cap="flat">
            <a:solidFill>
              <a:schemeClr val="lt1">
                <a:lumMod val="75000"/>
              </a:schemeClr>
            </a:solidFill>
            <a:prstDash val="solid"/>
          </a:ln>
        </p:spPr>
      </p:cxnSp>
      <p:sp>
        <p:nvSpPr>
          <p:cNvPr id="38" name="nppt_162770665098110276"/>
          <p:cNvSpPr/>
          <p:nvPr/>
        </p:nvSpPr>
        <p:spPr>
          <a:xfrm>
            <a:off x="1935751" y="3434178"/>
            <a:ext cx="1211035" cy="365742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lang="ko-KR" altLang="en-US" sz="1600" b="1" dirty="0" smtClean="0">
                <a:solidFill>
                  <a:schemeClr val="tx1">
                    <a:alpha val="10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기술</a:t>
            </a:r>
            <a:endParaRPr altLang="ko-KR" sz="1600" b="1" dirty="0">
              <a:solidFill>
                <a:schemeClr val="tx1">
                  <a:alpha val="10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660848" y="4170342"/>
            <a:ext cx="1672448" cy="1797897"/>
            <a:chOff x="660848" y="4170342"/>
            <a:chExt cx="1672448" cy="1797897"/>
          </a:xfrm>
        </p:grpSpPr>
        <p:pic>
          <p:nvPicPr>
            <p:cNvPr id="22" name="nppt_162770665098110694" descr="이미지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848" y="4597296"/>
              <a:ext cx="1094590" cy="656754"/>
            </a:xfrm>
            <a:prstGeom prst="rect">
              <a:avLst/>
            </a:prstGeom>
          </p:spPr>
        </p:pic>
        <p:pic>
          <p:nvPicPr>
            <p:cNvPr id="27" name="nppt_162770665098113816" descr="이미지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4074" y="5420101"/>
              <a:ext cx="548138" cy="548138"/>
            </a:xfrm>
            <a:prstGeom prst="rect">
              <a:avLst/>
            </a:prstGeom>
          </p:spPr>
        </p:pic>
        <p:pic>
          <p:nvPicPr>
            <p:cNvPr id="29" name="nppt_162770665098113826" descr="이미지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5438" y="4752963"/>
              <a:ext cx="414035" cy="473183"/>
            </a:xfrm>
            <a:prstGeom prst="rect">
              <a:avLst/>
            </a:prstGeom>
          </p:spPr>
        </p:pic>
        <p:pic>
          <p:nvPicPr>
            <p:cNvPr id="33" name="nppt_162770665098116589" descr="이미지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1613" y="5467339"/>
              <a:ext cx="741683" cy="453663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1340716" y="417034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언어</a:t>
              </a:r>
              <a:endPara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2956305" y="4167767"/>
            <a:ext cx="1292079" cy="1797897"/>
            <a:chOff x="2956305" y="4167767"/>
            <a:chExt cx="1292079" cy="1797897"/>
          </a:xfrm>
        </p:grpSpPr>
        <p:pic>
          <p:nvPicPr>
            <p:cNvPr id="23" name="nppt_162770665098110699" descr="이미지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56305" y="4873277"/>
              <a:ext cx="1292079" cy="332499"/>
            </a:xfrm>
            <a:prstGeom prst="rect">
              <a:avLst/>
            </a:prstGeom>
          </p:spPr>
        </p:pic>
        <p:pic>
          <p:nvPicPr>
            <p:cNvPr id="31" name="nppt_162770665098115051" descr="이미지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57417" y="5397998"/>
              <a:ext cx="489856" cy="567666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2959146" y="4167767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프레임워크</a:t>
              </a:r>
              <a:endPara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4765549" y="4179392"/>
            <a:ext cx="1415772" cy="1401652"/>
            <a:chOff x="4765549" y="4179392"/>
            <a:chExt cx="1415772" cy="1401652"/>
          </a:xfrm>
        </p:grpSpPr>
        <p:pic>
          <p:nvPicPr>
            <p:cNvPr id="32" name="nppt_162770665098116584" descr="이미지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51290" y="5039526"/>
              <a:ext cx="950032" cy="541518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4765549" y="4179392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데이터베이스</a:t>
              </a:r>
              <a:endPara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6564070" y="4167767"/>
            <a:ext cx="1770291" cy="1859413"/>
            <a:chOff x="6564070" y="4167767"/>
            <a:chExt cx="1770291" cy="1859413"/>
          </a:xfrm>
        </p:grpSpPr>
        <p:pic>
          <p:nvPicPr>
            <p:cNvPr id="26" name="nppt_162770665098113811" descr="이미지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64070" y="4597296"/>
              <a:ext cx="1080812" cy="764100"/>
            </a:xfrm>
            <a:prstGeom prst="rect">
              <a:avLst/>
            </a:prstGeom>
          </p:spPr>
        </p:pic>
        <p:pic>
          <p:nvPicPr>
            <p:cNvPr id="28" name="nppt_162770665098113821" descr="이미지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73843" y="5295903"/>
              <a:ext cx="819661" cy="731277"/>
            </a:xfrm>
            <a:prstGeom prst="rect">
              <a:avLst/>
            </a:prstGeom>
          </p:spPr>
        </p:pic>
        <p:pic>
          <p:nvPicPr>
            <p:cNvPr id="30" name="nppt_162770665098113831" descr="이미지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93574" y="4546955"/>
              <a:ext cx="740787" cy="740787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7152462" y="4167767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서버</a:t>
              </a:r>
              <a:endPara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ppt_162770665098121783" descr="이미지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6946" y="1143301"/>
            <a:ext cx="8470106" cy="2012055"/>
          </a:xfrm>
          <a:prstGeom prst="rect">
            <a:avLst/>
          </a:prstGeom>
        </p:spPr>
      </p:pic>
      <p:sp>
        <p:nvSpPr>
          <p:cNvPr id="4" name="nppt_162770665098122200"/>
          <p:cNvSpPr/>
          <p:nvPr/>
        </p:nvSpPr>
        <p:spPr>
          <a:xfrm>
            <a:off x="336946" y="471360"/>
            <a:ext cx="3810000" cy="391256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lang="ko-KR" altLang="en-US" sz="20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과외 매칭 사이트</a:t>
            </a:r>
            <a:endParaRPr altLang="ko-KR" sz="20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nppt_162770665098122449"/>
          <p:cNvSpPr/>
          <p:nvPr/>
        </p:nvSpPr>
        <p:spPr>
          <a:xfrm>
            <a:off x="336946" y="3858450"/>
            <a:ext cx="7331398" cy="290630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altLang="ko-KR" sz="18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학생과</a:t>
            </a:r>
            <a:r>
              <a:rPr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8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과외선생님을</a:t>
            </a:r>
            <a:r>
              <a:rPr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8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매칭해주는</a:t>
            </a:r>
            <a:r>
              <a:rPr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  <a:endParaRPr lang="en-US" altLang="ko-KR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2019.09 ~ 2019.11</a:t>
            </a:r>
            <a:endParaRPr altLang="ko-KR" sz="16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endParaRPr altLang="ko-KR" sz="18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r>
              <a:rPr altLang="ko-KR" sz="1800" b="1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r>
              <a:rPr lang="en-US" altLang="ko-KR" sz="18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800" b="1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</a:t>
            </a:r>
            <a:endParaRPr lang="en-US" altLang="ko-KR" sz="18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en-US" altLang="ko-KR" sz="160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FrontEnd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JavaScript, JSP</a:t>
            </a:r>
          </a:p>
          <a:p>
            <a:pPr marL="0" algn="l">
              <a:lnSpc>
                <a:spcPct val="100000"/>
              </a:lnSpc>
              <a:buNone/>
            </a:pPr>
            <a:r>
              <a:rPr lang="en-US" altLang="ko-KR" sz="160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BackEnd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- Java</a:t>
            </a:r>
            <a:endParaRPr lang="en-US" altLang="ko-KR" sz="160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Framework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Spring</a:t>
            </a:r>
            <a:b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Database – </a:t>
            </a:r>
            <a:r>
              <a:rPr altLang="ko-KR" sz="160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MariaDB</a:t>
            </a:r>
            <a:endParaRPr lang="en-US" altLang="ko-KR" sz="160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endParaRPr altLang="ko-KR" sz="18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88024" y="4388911"/>
            <a:ext cx="250686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맡은 </a:t>
            </a:r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endParaRPr lang="en-US" altLang="ko-KR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 및 로그인</a:t>
            </a:r>
            <a:endParaRPr lang="en-US" altLang="ko-KR" sz="16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이메일 승인 기능</a:t>
            </a:r>
            <a:endParaRPr lang="en-US" altLang="ko-KR" sz="16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유저간 쪽지 기능</a:t>
            </a:r>
            <a:endParaRPr lang="en-US" altLang="ko-KR" sz="16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ppt_1627706650981328" descr="이미지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30460" y="980728"/>
            <a:ext cx="2041539" cy="4172396"/>
          </a:xfrm>
          <a:prstGeom prst="rect">
            <a:avLst/>
          </a:prstGeom>
        </p:spPr>
      </p:pic>
      <p:pic>
        <p:nvPicPr>
          <p:cNvPr id="4" name="nppt_1627706650981333" descr="이미지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5187" y="980728"/>
            <a:ext cx="2041539" cy="4172396"/>
          </a:xfrm>
          <a:prstGeom prst="rect">
            <a:avLst/>
          </a:prstGeom>
        </p:spPr>
      </p:pic>
      <p:sp>
        <p:nvSpPr>
          <p:cNvPr id="5" name="nppt_1627706650981672"/>
          <p:cNvSpPr/>
          <p:nvPr/>
        </p:nvSpPr>
        <p:spPr>
          <a:xfrm>
            <a:off x="152654" y="322293"/>
            <a:ext cx="3810000" cy="391256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altLang="ko-KR" sz="2000" b="1" dirty="0" err="1">
                <a:solidFill>
                  <a:schemeClr val="tx1">
                    <a:alpha val="10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사내</a:t>
            </a:r>
            <a:r>
              <a:rPr altLang="ko-KR" sz="2000" b="1" dirty="0">
                <a:solidFill>
                  <a:schemeClr val="tx1">
                    <a:alpha val="10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b="1" dirty="0" smtClean="0">
                <a:solidFill>
                  <a:schemeClr val="tx1">
                    <a:alpha val="10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문서관리 </a:t>
            </a:r>
            <a:r>
              <a:rPr lang="ko-KR" altLang="en-US" sz="2000" b="1" dirty="0" err="1" smtClean="0">
                <a:solidFill>
                  <a:schemeClr val="tx1">
                    <a:alpha val="10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어플</a:t>
            </a:r>
            <a:endParaRPr altLang="ko-KR" sz="2000" b="1" dirty="0">
              <a:solidFill>
                <a:schemeClr val="tx1">
                  <a:alpha val="10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nppt_162770665098122736"/>
          <p:cNvSpPr/>
          <p:nvPr/>
        </p:nvSpPr>
        <p:spPr>
          <a:xfrm>
            <a:off x="4716016" y="980728"/>
            <a:ext cx="4286250" cy="4172396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altLang="ko-KR" sz="18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사내</a:t>
            </a:r>
            <a:r>
              <a:rPr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8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</a:t>
            </a:r>
            <a:r>
              <a:rPr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8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  <a:r>
              <a:rPr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및 </a:t>
            </a:r>
            <a:r>
              <a:rPr altLang="ko-KR" sz="18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</a:t>
            </a:r>
            <a:r>
              <a:rPr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8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보고용</a:t>
            </a:r>
            <a:r>
              <a:rPr altLang="ko-KR" sz="1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800" b="1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어플</a:t>
            </a:r>
            <a:endParaRPr lang="en-US" altLang="ko-KR" sz="18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en-US" altLang="ko-KR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2021.03 ~ 2021.05</a:t>
            </a:r>
            <a:endParaRPr lang="en-US" altLang="ko-KR" sz="18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ko-KR" altLang="en-US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endParaRPr lang="en-US" altLang="ko-KR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사내 웹에 업로드 된 문서를 조회</a:t>
            </a:r>
            <a:endParaRPr lang="en-US" altLang="ko-KR" sz="160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관리를 통해 작업들의 일정 확인</a:t>
            </a:r>
            <a:endParaRPr lang="en-US" altLang="ko-KR" sz="160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일일 업무를 통해 직원들의 업무 확인</a:t>
            </a:r>
            <a:endParaRPr altLang="ko-KR" sz="16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endParaRPr altLang="ko-KR" sz="18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r>
              <a:rPr altLang="ko-KR" sz="1800" b="1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사용기술</a:t>
            </a:r>
            <a:endParaRPr altLang="ko-KR" sz="18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en-US" altLang="ko-KR" sz="160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FrontEnd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React Native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JavaScript</a:t>
            </a:r>
          </a:p>
          <a:p>
            <a:pPr marL="0" algn="l">
              <a:lnSpc>
                <a:spcPct val="100000"/>
              </a:lnSpc>
              <a:buNone/>
            </a:pPr>
            <a:r>
              <a:rPr lang="en-US" altLang="ko-KR" sz="160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BackEnd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Node.js, </a:t>
            </a: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</a:t>
            </a:r>
            <a:r>
              <a:rPr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xpress</a:t>
            </a:r>
            <a:endParaRPr lang="en-US" altLang="ko-KR" sz="160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en-US" altLang="ko-KR" sz="160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DataBase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– </a:t>
            </a:r>
            <a:r>
              <a:rPr altLang="ko-KR" sz="160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Mysql</a:t>
            </a:r>
            <a:endParaRPr lang="en-US" altLang="ko-KR" sz="1600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 – </a:t>
            </a:r>
            <a:r>
              <a:rPr lang="en-US" altLang="ko-KR" sz="1600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CentOs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Docker </a:t>
            </a:r>
            <a:endParaRPr altLang="ko-KR" sz="16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nppt_162770665098125534"/>
          <p:cNvSpPr/>
          <p:nvPr/>
        </p:nvSpPr>
        <p:spPr>
          <a:xfrm>
            <a:off x="1019978" y="5420303"/>
            <a:ext cx="2942676" cy="312953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play store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안드로이드 사내 링크</a:t>
            </a:r>
            <a:endParaRPr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nppt_162770665098125534"/>
          <p:cNvSpPr/>
          <p:nvPr/>
        </p:nvSpPr>
        <p:spPr>
          <a:xfrm>
            <a:off x="1019978" y="5843397"/>
            <a:ext cx="2942676" cy="314075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app store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–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IOS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 </a:t>
            </a: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사내문서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 링크</a:t>
            </a:r>
            <a:endParaRPr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ppt_162770665098124149"/>
          <p:cNvSpPr/>
          <p:nvPr/>
        </p:nvSpPr>
        <p:spPr>
          <a:xfrm>
            <a:off x="179512" y="322293"/>
            <a:ext cx="3810000" cy="391256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lang="ko-KR" altLang="en-US" sz="2000" b="1" dirty="0" smtClean="0">
                <a:solidFill>
                  <a:srgbClr val="000000">
                    <a:alpha val="10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스마트안전관리 </a:t>
            </a:r>
            <a:r>
              <a:rPr lang="ko-KR" altLang="en-US" sz="2000" b="1" dirty="0" err="1" smtClean="0">
                <a:solidFill>
                  <a:srgbClr val="000000">
                    <a:alpha val="10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어플</a:t>
            </a:r>
            <a:endParaRPr altLang="ko-KR" sz="2000" b="1" dirty="0">
              <a:solidFill>
                <a:srgbClr val="000000">
                  <a:alpha val="10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nppt_162770665098124158"/>
          <p:cNvSpPr/>
          <p:nvPr/>
        </p:nvSpPr>
        <p:spPr>
          <a:xfrm>
            <a:off x="4796450" y="980728"/>
            <a:ext cx="4286250" cy="4173542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altLang="ko-KR" sz="18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스마트</a:t>
            </a:r>
            <a:r>
              <a:rPr lang="en-US" altLang="ko-KR" sz="1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8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안전관리</a:t>
            </a:r>
            <a:r>
              <a:rPr altLang="ko-KR" sz="1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8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어플</a:t>
            </a:r>
            <a:endParaRPr lang="en-US" altLang="ko-KR" sz="18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en-US" altLang="ko-KR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2021.06 ~ 2021.08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endParaRPr lang="en-US" altLang="ko-KR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endParaRPr lang="en-US" altLang="ko-KR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altLang="ko-KR" sz="16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현재</a:t>
            </a:r>
            <a:r>
              <a:rPr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6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작업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조회 및</a:t>
            </a:r>
            <a:r>
              <a:rPr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6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현황</a:t>
            </a:r>
            <a:endParaRPr lang="en-US" altLang="ko-KR" sz="16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작업 문제 발생시 알림</a:t>
            </a:r>
            <a:endParaRPr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altLang="ko-KR" sz="16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QR코드</a:t>
            </a:r>
            <a:r>
              <a:rPr lang="ko-KR" altLang="en-US" sz="16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통한</a:t>
            </a:r>
            <a:r>
              <a:rPr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6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작업자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및 소속 회사 조회</a:t>
            </a:r>
            <a:endParaRPr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예정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작업 및 진행중인 작업</a:t>
            </a:r>
            <a:r>
              <a:rPr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altLang="ko-KR" sz="16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파트너 회사 등록 및 조회</a:t>
            </a:r>
            <a:endParaRPr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endParaRPr altLang="ko-KR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r>
              <a:rPr altLang="ko-KR" sz="18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사용기술</a:t>
            </a:r>
            <a:endParaRPr altLang="ko-KR" sz="18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FrontEnd</a:t>
            </a: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– React Native, JavaScript</a:t>
            </a:r>
          </a:p>
          <a:p>
            <a:r>
              <a:rPr lang="en-US" altLang="ko-KR" sz="16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BackEnd</a:t>
            </a: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- Node.js, Express</a:t>
            </a:r>
          </a:p>
          <a:p>
            <a:r>
              <a:rPr lang="en-US" altLang="ko-KR" sz="16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DataBase</a:t>
            </a: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– </a:t>
            </a:r>
            <a:r>
              <a:rPr lang="en-US" altLang="ko-KR" sz="16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Mysql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 –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Ubuntu, </a:t>
            </a: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 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nppt_162770665098124174" descr="이미지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5187" y="980728"/>
            <a:ext cx="2209253" cy="3925178"/>
          </a:xfrm>
          <a:prstGeom prst="rect">
            <a:avLst/>
          </a:prstGeom>
        </p:spPr>
      </p:pic>
      <p:pic>
        <p:nvPicPr>
          <p:cNvPr id="6" name="nppt_162770665098124179" descr="이미지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30460" y="980728"/>
            <a:ext cx="2209253" cy="3925178"/>
          </a:xfrm>
          <a:prstGeom prst="rect">
            <a:avLst/>
          </a:prstGeom>
        </p:spPr>
      </p:pic>
      <p:sp>
        <p:nvSpPr>
          <p:cNvPr id="7" name="nppt_162770665098126506"/>
          <p:cNvSpPr/>
          <p:nvPr/>
        </p:nvSpPr>
        <p:spPr>
          <a:xfrm>
            <a:off x="620504" y="5154270"/>
            <a:ext cx="3819912" cy="522353"/>
          </a:xfrm>
          <a:prstGeom prst="rect">
            <a:avLst/>
          </a:prstGeom>
          <a:noFill/>
          <a:ln w="25400" cap="flat">
            <a:noFill/>
            <a:prstDash val="solid"/>
          </a:ln>
        </p:spPr>
        <p:txBody>
          <a:bodyPr lIns="90000" tIns="46800" rIns="90000" bIns="46800" anchor="t"/>
          <a:lstStyle/>
          <a:p>
            <a:pPr marL="0" algn="l">
              <a:lnSpc>
                <a:spcPct val="100000"/>
              </a:lnSpc>
              <a:buNone/>
            </a:pPr>
            <a:r>
              <a:rPr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play store - 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안드로이드 스마트안전관리 링크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endParaRPr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algn="l">
              <a:lnSpc>
                <a:spcPct val="100000"/>
              </a:lnSpc>
              <a:buNone/>
            </a:pPr>
            <a:r>
              <a:rPr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app </a:t>
            </a:r>
            <a:r>
              <a:rPr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store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IOS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스마트안전관리 링크</a:t>
            </a:r>
            <a:endParaRPr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나눔명조"/>
        <a:ea typeface="나눔명조"/>
        <a:cs typeface=""/>
      </a:majorFont>
      <a:minorFont>
        <a:latin typeface="나눔명조"/>
        <a:ea typeface="나눔명조"/>
        <a:cs typeface=""/>
      </a:minorFont>
    </a:fontScheme>
    <a:fmtScheme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234</Words>
  <Application>Microsoft Office PowerPoint</Application>
  <PresentationFormat>화면 슬라이드 쇼(4:3)</PresentationFormat>
  <Paragraphs>64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나눔고딕</vt:lpstr>
      <vt:lpstr>나눔명조</vt:lpstr>
      <vt:lpstr>Arial</vt:lpstr>
      <vt:lpstr>맑은 고딕</vt:lpstr>
      <vt:lpstr/>
      <vt:lpstr>PowerPoint 프레젠테이션</vt:lpstr>
      <vt:lpstr>PowerPoint 프레젠테이션</vt:lpstr>
      <vt:lpstr>PowerPoint 프레젠테이션</vt:lpstr>
      <vt:lpstr>PowerPoint 프레젠테이션</vt:lpstr>
    </vt:vector>
  </TitlesOfParts>
  <Company>사이냅소프트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제목없는 문서</dc:title>
  <dc:creator>sSwwhh(tlsdngur5)</dc:creator>
  <cp:lastModifiedBy>Shinwoo</cp:lastModifiedBy>
  <cp:revision>34</cp:revision>
  <dcterms:created xsi:type="dcterms:W3CDTF">2021-07-31T04:23:57Z</dcterms:created>
  <dcterms:modified xsi:type="dcterms:W3CDTF">2022-07-25T16:28:04Z</dcterms:modified>
</cp:coreProperties>
</file>